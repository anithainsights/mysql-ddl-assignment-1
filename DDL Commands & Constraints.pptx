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9BDD6-8719-45BB-B643-980EC5B9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3599E-F90F-437D-A0E5-1CD952EE1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7DC6A-9433-4DFE-AC24-A1DEDC031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68B8-56F9-474A-B860-F69C2185825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3BFF5-0574-46A4-AF2E-456078A99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DF940-F6C2-48C9-A52D-8776DD85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6CC4-19A4-459B-8CF3-F8DB8CD87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53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7138-156B-4473-AE1D-1819FE3F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2CA87-F7E3-4F86-9185-CE3769B52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CB5FA-815B-45CA-8093-5B5E7FEFA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68B8-56F9-474A-B860-F69C2185825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7001F-1CEF-486B-90BF-BF1E5C75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8878D-BAFD-4EF6-9B89-D29768734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6CC4-19A4-459B-8CF3-F8DB8CD87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51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0C2D6-14D9-424F-B9BF-63919C1E3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5AEDE-B354-428B-B50C-09622FD02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FFF17-C25F-4CAA-B429-5A4F591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68B8-56F9-474A-B860-F69C2185825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9B085-BC3B-4D64-8265-E7E6F7196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21EBA-AAF9-4C5A-8ED5-0074782B7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6CC4-19A4-459B-8CF3-F8DB8CD87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75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C9165-23DB-4B2C-91F5-D12E69FE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7B209-0F41-4BBE-B79E-3F9AD3610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7F2E2-EDB6-4F06-A93E-14AC79411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926F2-D988-4F0E-934A-D215F351D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68B8-56F9-474A-B860-F69C2185825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6CDEE-5ADA-44A0-86FE-8A5929DD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F77D0-0E61-448B-BB2E-AE382C22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6CC4-19A4-459B-8CF3-F8DB8CD87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65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17A05-F722-41DF-BB09-68AEE866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5AF53-86D7-45EA-82FE-D1C328ED1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5C8AD-10A0-4EBE-9480-F005115E6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D9638C-D905-4D5D-A93F-335D7D88B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BF3D1-C568-4E92-8DC1-D994A8D11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478BBF-4E84-4693-A707-AC8894541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68B8-56F9-474A-B860-F69C2185825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0A6B8-5477-48A6-909A-5200122B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AFA8AF-7000-4256-B233-91366103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6CC4-19A4-459B-8CF3-F8DB8CD87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110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A0D1-430C-4E55-9819-847BB2C4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706F2-6ACF-4931-BF77-B666C2955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68B8-56F9-474A-B860-F69C2185825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0CCDB-0DA1-4015-97EA-265BB76D1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CF864-C22F-4AC9-9836-398B6D67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6CC4-19A4-459B-8CF3-F8DB8CD87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462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45EF6-22AD-40AD-BAE2-D21C198FF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68B8-56F9-474A-B860-F69C2185825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D9B563-8D92-478F-A1BA-7C26200E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D29EE-6463-4123-8651-ECB9B9E85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6CC4-19A4-459B-8CF3-F8DB8CD87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013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B2EF9-4B2A-4777-9109-338AA515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BCD3-7C48-4BB7-A40A-5341233F1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159D4-A2C1-4A8B-B181-0370464A9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60B65-F6D0-497F-9DAC-330CC3AE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68B8-56F9-474A-B860-F69C2185825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8066D-34FA-4057-8E8C-F2C7E3DEA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0B66F-3376-4405-BDC4-5A02187E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6CC4-19A4-459B-8CF3-F8DB8CD87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07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FF1F7-00DB-447F-95CC-CF6BCD833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291757-A916-4373-AC8A-7489BB736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D7A67-B1DB-47F0-8CF2-7BAD2606A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034C5-4F95-4D8A-8885-0DB3B45C1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68B8-56F9-474A-B860-F69C2185825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106CF-7C48-4E35-A15A-FC248D69C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90E88-7E6B-427C-A6A3-EB0EA333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6CC4-19A4-459B-8CF3-F8DB8CD87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CE65C-31E1-4C3B-8C25-3B7FE43B3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61967-7ACC-4773-9F48-A3165CD26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4CCFD-F1D7-46A2-8CA8-70894D1A4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68B8-56F9-474A-B860-F69C2185825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5EA2B-5E9E-4505-8F5E-59CEC8859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AA774-23BD-468C-A150-7CEDC9374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6CC4-19A4-459B-8CF3-F8DB8CD87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940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7413E4-85DD-4484-80CC-C576CD9AD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E67797-8C55-4FB6-8188-25593B83B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3D2E1-D2BB-428A-A551-186D416B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68B8-56F9-474A-B860-F69C2185825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83C8B-7107-463F-90CC-3A4150A82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448EF-806C-47A8-8829-68AC1632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6CC4-19A4-459B-8CF3-F8DB8CD87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58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C0B07F-1563-48F9-ADD3-B4E8FC988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722FB-E82D-4952-A6A2-2BA689971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676B5-E401-4353-87E1-A1A4912EE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968B8-56F9-474A-B860-F69C21858254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F6A94-0606-486F-AAF9-0D69CAD8D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D8104-46BF-46B3-9C05-BCB086271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96CC4-19A4-459B-8CF3-F8DB8CD87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39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532908-5654-4DC5-B87A-750F5A84B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149" y="959224"/>
            <a:ext cx="8356334" cy="56298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C9DDDB-8367-4DD6-B8D2-5AF334262A5B}"/>
              </a:ext>
            </a:extLst>
          </p:cNvPr>
          <p:cNvSpPr txBox="1"/>
          <p:nvPr/>
        </p:nvSpPr>
        <p:spPr>
          <a:xfrm>
            <a:off x="2303928" y="204507"/>
            <a:ext cx="63891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highlight>
                  <a:srgbClr val="C0C0C0"/>
                </a:highlight>
              </a:rPr>
              <a:t>DDL COMMANDS AND CONSTRAINTS</a:t>
            </a:r>
            <a:endParaRPr lang="en-IN" sz="32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03128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6BE5E4-C030-41A7-8838-AA98FE21B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996" y="466165"/>
            <a:ext cx="9106689" cy="569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0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A93A8B-9EC6-4BA6-8570-BDEAB0EAE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127" y="430305"/>
            <a:ext cx="9045724" cy="599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0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C322D7-1952-4962-92A5-2E45DD0D3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469" y="335849"/>
            <a:ext cx="9057189" cy="25122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FB1396-4590-4142-946A-8FCC2E590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468" y="2070847"/>
            <a:ext cx="9057189" cy="19390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DD4524-3A86-4A5E-AFD9-44B396209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467" y="4009924"/>
            <a:ext cx="9057189" cy="228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12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</cp:revision>
  <dcterms:created xsi:type="dcterms:W3CDTF">2026-07-17T12:37:07Z</dcterms:created>
  <dcterms:modified xsi:type="dcterms:W3CDTF">2026-07-17T12:45:49Z</dcterms:modified>
</cp:coreProperties>
</file>